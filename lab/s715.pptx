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  <c:pt idx="3">
                  <c:v>Aprile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582000</c:v>
                </c:pt>
                <c:pt idx="1">
                  <c:v>574000</c:v>
                </c:pt>
                <c:pt idx="2">
                  <c:v>362000</c:v>
                </c:pt>
                <c:pt idx="3">
                  <c:v>201000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aprile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Agroalimentare Conti S.r.l.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582.000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574.000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362.000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