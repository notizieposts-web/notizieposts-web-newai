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Ricavi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Gennaio</c:v>
                </c:pt>
                <c:pt idx="1">
                  <c:v>Febbraio</c:v>
                </c:pt>
                <c:pt idx="2">
                  <c:v>Marzo</c:v>
                </c:pt>
                <c:pt idx="3">
                  <c:v>Aprile</c:v>
                </c:pt>
                <c:pt idx="4">
                  <c:v>Maggio</c:v>
                </c:pt>
                <c:pt idx="5">
                  <c:v>Giugno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467000</c:v>
                </c:pt>
                <c:pt idx="1">
                  <c:v>486000</c:v>
                </c:pt>
                <c:pt idx="2">
                  <c:v>442000</c:v>
                </c:pt>
                <c:pt idx="3">
                  <c:v>566000</c:v>
                </c:pt>
                <c:pt idx="4">
                  <c:v>301000</c:v>
                </c:pt>
                <c:pt idx="5">
                  <c:v>376000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dato di marzo è provvisorio: sarà confermato a fine mese.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Studio Grafico Lumen · Andamento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Primo semestre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mensili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 di dettaglio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Gennaio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467.000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Febbraio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486.000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442.000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Aprile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566.000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Maggio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301.000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Giugno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376.000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