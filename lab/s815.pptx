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156000</c:v>
                </c:pt>
                <c:pt idx="1">
                  <c:v>80000</c:v>
                </c:pt>
                <c:pt idx="2">
                  <c:v>192000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febbraio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Cartiera del Garda S.p.A.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196.000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