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Logistica Adriatica S.r.l. · Risultati Q1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Q1: 5.670.000 €</a:t>
            </a:r>
          </a:p>
          <a:p>
            <a:r>
              <a:t>Stesso trimestre 2025: 6.740.000 €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773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