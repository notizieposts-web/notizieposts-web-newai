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Tecnoplast Veneta S.p.A. · Risultati Q4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Q4: 6.360.000 €</a:t>
            </a:r>
          </a:p>
          <a:p>
            <a:r>
              <a:t>Stesso trimestre 2025: 6.400.000 €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421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