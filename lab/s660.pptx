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Ricavi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Gennaio</c:v>
                </c:pt>
                <c:pt idx="1">
                  <c:v>Febbraio</c:v>
                </c:pt>
                <c:pt idx="2">
                  <c:v>Marzo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506000</c:v>
                </c:pt>
                <c:pt idx="1">
                  <c:v>341000</c:v>
                </c:pt>
                <c:pt idx="2">
                  <c:v>508000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dato di marzo è provvisorio: sarà confermato a fine mese.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Agroalimentare Conti S.r.l. · Andamento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Primo semestre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Ricavi mensili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Tabella di dettaglio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t>Gennaio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506.000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Febbraio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341.000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508.000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