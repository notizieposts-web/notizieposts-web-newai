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Ricavi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Gennaio</c:v>
                </c:pt>
                <c:pt idx="1">
                  <c:v>Febbraio</c:v>
                </c:pt>
                <c:pt idx="2">
                  <c:v>Marzo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234000</c:v>
                </c:pt>
                <c:pt idx="1">
                  <c:v>188000</c:v>
                </c:pt>
                <c:pt idx="2">
                  <c:v>214000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dato di febbraio è provvisorio: sarà confermato a fine mese.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Ferramenta Russo &amp; Figli · Andamento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Primo semestre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mensili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Tabella di dettaglio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Gennaio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234.000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Febbraio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188.000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254.000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