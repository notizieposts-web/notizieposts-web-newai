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Studio Grafico Lumen · Risultati Q2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del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Ricavi Q2: 5.880.000 €</a:t>
            </a:r>
          </a:p>
          <a:p>
            <a:r>
              <a:t>Stesso trimestre 2025: 5.980.000 €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Clienti attivi a fine trimestre: 130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Prossimi passi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