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Ricavi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Gennaio</c:v>
                </c:pt>
                <c:pt idx="1">
                  <c:v>Febbraio</c:v>
                </c:pt>
                <c:pt idx="2">
                  <c:v>Marzo</c:v>
                </c:pt>
                <c:pt idx="3">
                  <c:v>Aprile</c:v>
                </c:pt>
                <c:pt idx="4">
                  <c:v>Maggio</c:v>
                </c:pt>
                <c:pt idx="5">
                  <c:v>Giugno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356000</c:v>
                </c:pt>
                <c:pt idx="1">
                  <c:v>331000</c:v>
                </c:pt>
                <c:pt idx="2">
                  <c:v>242000</c:v>
                </c:pt>
                <c:pt idx="3">
                  <c:v>294000</c:v>
                </c:pt>
                <c:pt idx="4">
                  <c:v>113000</c:v>
                </c:pt>
                <c:pt idx="5">
                  <c:v>341000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dato di febbraio è provvisorio: sarà confermato a fine mese.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Tecnoplast Veneta S.p.A. · Andamento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Primo semestre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mensili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Tabella di dettaglio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Gennaio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356.000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Febbraio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331.000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242.000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Aprile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294.000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Maggio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113.000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Giugno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341.000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