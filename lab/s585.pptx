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Elettromeccanica Sarda S.r.l. · Risultati Q2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Ricavi del trimestre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Ricavi Q2: 8.470.000 €</a:t>
            </a:r>
          </a:p>
          <a:p>
            <a:r>
              <a:t>Stesso trimestre 2025: 6.480.000 €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Clienti attivi a fine trimestre: 782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Prossimi passi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