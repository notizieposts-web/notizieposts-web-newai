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Ricavi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Gennaio</c:v>
                </c:pt>
                <c:pt idx="1">
                  <c:v>Febbraio</c:v>
                </c:pt>
                <c:pt idx="2">
                  <c:v>Marzo</c:v>
                </c:pt>
                <c:pt idx="3">
                  <c:v>Aprile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455000</c:v>
                </c:pt>
                <c:pt idx="1">
                  <c:v>400000</c:v>
                </c:pt>
                <c:pt idx="2">
                  <c:v>232000</c:v>
                </c:pt>
                <c:pt idx="3">
                  <c:v>559000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dato di gennaio è provvisorio: sarà confermato a fine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Logistica Adriatica S.r.l. · Andamento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mensili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Tabella di dettaglio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Gennaio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Febbraio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232.000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Aprile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559.000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