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Agroalimentare Conti S.r.l. · Risultati Q1 2026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Ricavi del trimestre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Ricavi Q1: 3.750.000 €</a:t>
            </a:r>
          </a:p>
          <a:p>
            <a:r>
              <a:t>Stesso trimestre 2025: 3.730.000 €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Clienti attivi a fine trimestre: 847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Prossimi passi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Contenuto della diapositiva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