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  <c:pt idx="3">
                  <c:v>Aprile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513000</c:v>
                </c:pt>
                <c:pt idx="1">
                  <c:v>425000</c:v>
                </c:pt>
                <c:pt idx="2">
                  <c:v>304000</c:v>
                </c:pt>
                <c:pt idx="3">
                  <c:v>146000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gennaio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Tecnoplast Veneta S.p.A.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513.000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Aprile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